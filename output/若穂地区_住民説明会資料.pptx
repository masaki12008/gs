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DDE7E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DDE7EF"/>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学校の配置や仕組みを見直すこと。今の形を続けることも含めて検討します。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2026-10-27T13:54:40Z</dcterms:created>
  <dcterms:modified xsi:type="dcterms:W3CDTF">2026-10-27T13:54:40Z</dcterms:modified>
</cp:coreProperties>
</file>
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マップの経路検索（2026年10月27日の夜、片方向）。徒歩は大人の速さ、車は夜の交通量での値で、朝の通学時間帯は長くなることがある。保科小へ向かう徒歩は約100mの上り（若穂中→保科小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学校の数を決める前に、どんな学びを残したいか。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現状維持から再編まで</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検討の出発点｜誰のための学校再編か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840480"/>
            <a:ext cx="3017520" cy="91440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小学校だけでなく、地区全体の教育環境を考える</a:t>
            </a:r>
            <a:endParaRPr lang="en-US" sz="1700" dirty="0"/>
          </a:p>
        </p:txBody>
      </p:sp>
      <p:sp>
        <p:nvSpPr>
          <p:cNvPr id="11" name="Text 8"/>
          <p:cNvSpPr txBox="1"/>
          <p:nvPr/>
        </p:nvSpPr>
        <p:spPr>
          <a:xfrm>
            <a:off x="8412480" y="4800600"/>
            <a:ext cx="3017520" cy="8229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小中9年間の学びの連続性も、検討する価値のある視点です。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9AA59F"/>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各選択肢の評価は、通学・施設・費用などの調査結果をもとに、委員会と地域で確認しながら記入します。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50992"/>
            <a:ext cx="548640" cy="228600"/>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1km</a:t>
            </a:r>
            <a:endParaRPr lang="en-US" sz="11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200" b="1" dirty="0">
                <a:solidFill>
                  <a:srgbClr val="56635D"/>
                </a:solidFill>
                <a:latin typeface="BIZ UDPゴシック" pitchFamily="34" charset="0"/>
                <a:ea typeface="BIZ UDPゴシック" pitchFamily="34" charset="-122"/>
                <a:cs typeface="BIZ UDPゴシック" pitchFamily="34" charset="-120"/>
              </a:rPr>
              <a:t>↑ 北</a:t>
            </a:r>
            <a:endParaRPr lang="en-US" sz="12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18488"/>
            <a:ext cx="128016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小学校どうし</a:t>
            </a:r>
            <a:endParaRPr lang="en-US" sz="11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92808"/>
            <a:ext cx="146304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100" dirty="0"/>
          </a:p>
        </p:txBody>
      </p:sp>
      <p:sp>
        <p:nvSpPr>
          <p:cNvPr id="39" name="Text 37"/>
          <p:cNvSpPr txBox="1"/>
          <p:nvPr/>
        </p:nvSpPr>
        <p:spPr>
          <a:xfrm>
            <a:off x="822960" y="2240280"/>
            <a:ext cx="2560320" cy="5029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道のり・時間：Google マップの経路検索（2026年10月27日夜、片方向）。国の目安：文部科学省の適正規模・適正配置の手引（2015年）。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再編で使わなくなる校舎が出る場合は、避難所の機能をどう保つかを、地域と一緒に考える必要があります。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再編を考えるなら、生活への影響も見える化する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再編の結論を待たずに、3校と中学校で試せること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中学校の先生による出前授業、小学6年生の中学校体験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学校の数を減らすことではなく、未来の学びをつくること。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2026-10-27T12:58:01Z</dcterms:created>
  <dcterms:modified xsi:type="dcterms:W3CDTF">2026-10-27T12:58:01Z</dcterms:modified>
</cp:coreProperties>
</file>
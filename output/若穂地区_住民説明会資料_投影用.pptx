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距離は直線距離からの概算です。統合を検討する段階で、事務局が実際の通学路・スクールバスの経路で測り直す前提で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学校の数を決める前に、どんな学びを残したいか。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現状維持から再編まで</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検討の出発点｜誰のための学校再編か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840480"/>
            <a:ext cx="3017520" cy="91440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小学校だけでなく、地区全体の教育環境を考える</a:t>
            </a:r>
            <a:endParaRPr lang="en-US" sz="1700" dirty="0"/>
          </a:p>
        </p:txBody>
      </p:sp>
      <p:sp>
        <p:nvSpPr>
          <p:cNvPr id="11" name="Text 8"/>
          <p:cNvSpPr txBox="1"/>
          <p:nvPr/>
        </p:nvSpPr>
        <p:spPr>
          <a:xfrm>
            <a:off x="8412480" y="4800600"/>
            <a:ext cx="3017520" cy="8229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小中9年間の学びの連続性も、検討する価値のある視点です。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9AA59F"/>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各選択肢の評価は、通学・施設・費用などの調査結果をもとに、委員会と地域で確認しながら記入します。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50992"/>
            <a:ext cx="548640" cy="228600"/>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1km</a:t>
            </a:r>
            <a:endParaRPr lang="en-US" sz="11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200" b="1" dirty="0">
                <a:solidFill>
                  <a:srgbClr val="56635D"/>
                </a:solidFill>
                <a:latin typeface="BIZ UDPゴシック" pitchFamily="34" charset="0"/>
                <a:ea typeface="BIZ UDPゴシック" pitchFamily="34" charset="-122"/>
                <a:cs typeface="BIZ UDPゴシック" pitchFamily="34" charset="-120"/>
              </a:rPr>
              <a:t>↑ 北</a:t>
            </a:r>
            <a:endParaRPr lang="en-US" sz="12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18488"/>
            <a:ext cx="128016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小学校どうし</a:t>
            </a:r>
            <a:endParaRPr lang="en-US" sz="11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92808"/>
            <a:ext cx="146304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594360"/>
                <a:gridCol w="777240"/>
                <a:gridCol w="822960"/>
                <a:gridCol w="1005840"/>
              </a:tblGrid>
              <a:tr h="548640">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直線</a:t>
                      </a:r>
                      <a:endParaRPr lang="en-US" sz="1400" dirty="0">
                        <a:latin typeface="BIZ UDPゴシック" charset="0"/>
                        <a:ea typeface="BIZ UDPゴシック" charset="0"/>
                        <a:cs typeface="BIZ UDPゴシック" charset="0"/>
                      </a:endParaRPr>
                    </a:p>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38912">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2.8</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約55分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38912">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2.8</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約3.7</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約55分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38912">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3.9</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約5.1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約12分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約75分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38912">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約2.9</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約7分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約45分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38912">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0.9</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約1.1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約15分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38912">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約3.0</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約7分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約45分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0" name="Shape 37"/>
          <p:cNvSpPr/>
          <p:nvPr/>
        </p:nvSpPr>
        <p:spPr>
          <a:xfrm>
            <a:off x="6309360" y="4828032"/>
            <a:ext cx="5303520" cy="621792"/>
          </a:xfrm>
          <a:prstGeom prst="roundRect">
            <a:avLst>
              <a:gd name="adj" fmla="val 17647"/>
            </a:avLst>
          </a:prstGeom>
          <a:solidFill>
            <a:srgbClr val="E8F2EC"/>
          </a:solidFill>
          <a:ln/>
        </p:spPr>
      </p:sp>
      <p:sp>
        <p:nvSpPr>
          <p:cNvPr id="41" name="Text 38"/>
          <p:cNvSpPr txBox="1"/>
          <p:nvPr/>
        </p:nvSpPr>
        <p:spPr>
          <a:xfrm>
            <a:off x="6492240" y="4828032"/>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2" name="Shape 39"/>
          <p:cNvSpPr/>
          <p:nvPr/>
        </p:nvSpPr>
        <p:spPr>
          <a:xfrm>
            <a:off x="6309360" y="5504688"/>
            <a:ext cx="5303520" cy="566928"/>
          </a:xfrm>
          <a:prstGeom prst="roundRect">
            <a:avLst>
              <a:gd name="adj" fmla="val 19355"/>
            </a:avLst>
          </a:prstGeom>
          <a:solidFill>
            <a:srgbClr val="FCEBE6"/>
          </a:solidFill>
          <a:ln/>
        </p:spPr>
      </p:sp>
      <p:sp>
        <p:nvSpPr>
          <p:cNvPr id="43" name="Text 40"/>
          <p:cNvSpPr txBox="1"/>
          <p:nvPr/>
        </p:nvSpPr>
        <p:spPr>
          <a:xfrm>
            <a:off x="6492240" y="5504688"/>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学校と学校の距離で、子どもの通学距離ではありません。道のりは直線×1.3、車は時速25km・徒歩は時速4kmで概算。</a:t>
            </a:r>
            <a:endParaRPr lang="en-US" sz="1200" dirty="0"/>
          </a:p>
        </p:txBody>
      </p:sp>
      <p:sp>
        <p:nvSpPr>
          <p:cNvPr id="44" name="Text 41"/>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学校の位置：地図サービスの所在地から作図（道路・河川は省略）。国の目安：文部科学省の適正規模・適正配置の手引（2015年）。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再編で使わなくなる校舎が出る場合は、避難所の機能をどう保つかを、地域と一緒に考える必要があります。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再編を考えるなら、生活への影響も見える化する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再編の結論を待たずに、3校と中学校で試せること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中学校の先生による出前授業、小学6年生の中学校体験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学校の数を減らすことではなく、未来の学びをつくること。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2026-10-27T12:51:46Z</dcterms:created>
  <dcterms:modified xsi:type="dcterms:W3CDTF">2026-10-27T12:51:46Z</dcterms:modified>
</cp:coreProperties>
</file>
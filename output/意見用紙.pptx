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若穂地区 小中学校再編検討｜住民説明会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若穂の学校についての ご意見用紙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賛成・反対だけでなく、心配なこと・知りたいことも、どうぞお書きください。当てはまるものに✓を付けてください。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お住まいの地区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783080"/>
            <a:ext cx="5093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□ 綿内　□ 川田　□ 保科　□ その他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お立場（複数可）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103120"/>
            <a:ext cx="5093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□ 未就学児の保護者　□ 小学生の保護者　□ 中学生の保護者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3957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2395728"/>
            <a:ext cx="5093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□ 地域の住民　□ 学校・保育の関係者　□ その他（　　　　）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7157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年代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2715768"/>
            <a:ext cx="5093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□ 10代　□ 20代　□ 30代　□ 40代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0083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3008376"/>
            <a:ext cx="5093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□ 50代　□ 60代　□ 70代以上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6464808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429000"/>
            <a:ext cx="6464808" cy="384048"/>
          </a:xfrm>
          <a:prstGeom prst="rect">
            <a:avLst/>
          </a:prstGeom>
          <a:solidFill>
            <a:srgbClr val="E8F2EC"/>
          </a:solidFill>
          <a:ln w="12700">
            <a:solidFill>
              <a:srgbClr val="B9C4B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4290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Q1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429000"/>
            <a:ext cx="5641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子どもたちに、どんな学びを経験してほしいですか？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4197096"/>
            <a:ext cx="6190488" cy="0"/>
          </a:xfrm>
          <a:prstGeom prst="line">
            <a:avLst/>
          </a:prstGeom>
          <a:noFill/>
          <a:ln w="9525">
            <a:solidFill>
              <a:srgbClr val="DCE3DF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48640" y="4654296"/>
            <a:ext cx="6464808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654296"/>
            <a:ext cx="6464808" cy="384048"/>
          </a:xfrm>
          <a:prstGeom prst="rect">
            <a:avLst/>
          </a:prstGeom>
          <a:solidFill>
            <a:srgbClr val="E8F2EC"/>
          </a:solidFill>
          <a:ln w="12700">
            <a:solidFill>
              <a:srgbClr val="B9C4B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65429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Q2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654296"/>
            <a:ext cx="5641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今の学校の良さで、残したいものは何ですか？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5422392"/>
            <a:ext cx="6190488" cy="0"/>
          </a:xfrm>
          <a:prstGeom prst="line">
            <a:avLst/>
          </a:prstGeom>
          <a:noFill/>
          <a:ln w="9525">
            <a:solidFill>
              <a:srgbClr val="DCE3DF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48640" y="5879592"/>
            <a:ext cx="6464808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879592"/>
            <a:ext cx="6464808" cy="384048"/>
          </a:xfrm>
          <a:prstGeom prst="rect">
            <a:avLst/>
          </a:prstGeom>
          <a:solidFill>
            <a:srgbClr val="E8F2EC"/>
          </a:solidFill>
          <a:ln w="12700">
            <a:solidFill>
              <a:srgbClr val="B9C4B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587959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Q3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5879592"/>
            <a:ext cx="5641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通学・安全・地域活動で心配なことは何ですか？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5800" y="6647688"/>
            <a:ext cx="6190488" cy="0"/>
          </a:xfrm>
          <a:prstGeom prst="line">
            <a:avLst/>
          </a:prstGeom>
          <a:noFill/>
          <a:ln w="9525">
            <a:solidFill>
              <a:srgbClr val="DCE3DF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48640" y="7104888"/>
            <a:ext cx="6464808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B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7104888"/>
            <a:ext cx="6464808" cy="384048"/>
          </a:xfrm>
          <a:prstGeom prst="rect">
            <a:avLst/>
          </a:prstGeom>
          <a:solidFill>
            <a:srgbClr val="E8F2EC"/>
          </a:solidFill>
          <a:ln w="12700">
            <a:solidFill>
              <a:srgbClr val="B9C4B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710488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Q4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234440" y="7104888"/>
            <a:ext cx="5641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判断の前に、どんな情報が必要ですか？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85800" y="7872984"/>
            <a:ext cx="6190488" cy="0"/>
          </a:xfrm>
          <a:prstGeom prst="line">
            <a:avLst/>
          </a:prstGeom>
          <a:noFill/>
          <a:ln w="9525">
            <a:solidFill>
              <a:srgbClr val="DCE3DF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548640" y="8330184"/>
            <a:ext cx="6464808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B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8330184"/>
            <a:ext cx="6464808" cy="384048"/>
          </a:xfrm>
          <a:prstGeom prst="rect">
            <a:avLst/>
          </a:prstGeom>
          <a:solidFill>
            <a:srgbClr val="E8F2EC"/>
          </a:solidFill>
          <a:ln w="12700">
            <a:solidFill>
              <a:srgbClr val="B9C4B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833018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Q5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234440" y="8330184"/>
            <a:ext cx="5641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そのほか、ご意見・ご質問をお書きください。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5800" y="9098280"/>
            <a:ext cx="6190488" cy="0"/>
          </a:xfrm>
          <a:prstGeom prst="line">
            <a:avLst/>
          </a:prstGeom>
          <a:noFill/>
          <a:ln w="9525">
            <a:solidFill>
              <a:srgbClr val="DCE3DF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548640" y="9646920"/>
            <a:ext cx="6464808" cy="640080"/>
          </a:xfrm>
          <a:prstGeom prst="rect">
            <a:avLst/>
          </a:prstGeom>
          <a:solidFill>
            <a:srgbClr val="E8F2E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85800" y="9646920"/>
            <a:ext cx="6190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締切：令和8年（2026年）［　］月［　］日　提出先：［　　　　　　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インターネット：［URL・QRコード］　お名前などの個人情報は公表しません。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若穂地区 小中学校再編検討｜住民説明会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わかほの学校について、みんなの考えを教えてね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35D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小学生・中学生のみなさんへ。思ったことを、そのまま書いてください。絵でもかまいません。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学校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783080"/>
            <a:ext cx="5093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□ 綿内小　□ 川田小　□ 保科小　□ 若穂中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学年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103120"/>
            <a:ext cx="5093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□ 1年　□ 2年　□ 3年　□ 4年　□ 5年　□ 6年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64648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560320"/>
            <a:ext cx="6464808" cy="384048"/>
          </a:xfrm>
          <a:prstGeom prst="rect">
            <a:avLst/>
          </a:prstGeom>
          <a:solidFill>
            <a:srgbClr val="E8F2EC"/>
          </a:solidFill>
          <a:ln w="12700">
            <a:solidFill>
              <a:srgbClr val="B9C4B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5603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560320"/>
            <a:ext cx="5641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学校で、楽しいこと・好きなことは何ですか？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328416"/>
            <a:ext cx="6190488" cy="0"/>
          </a:xfrm>
          <a:prstGeom prst="line">
            <a:avLst/>
          </a:prstGeom>
          <a:noFill/>
          <a:ln w="9525">
            <a:solidFill>
              <a:srgbClr val="DCE3DF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85800" y="3712464"/>
            <a:ext cx="6190488" cy="0"/>
          </a:xfrm>
          <a:prstGeom prst="line">
            <a:avLst/>
          </a:prstGeom>
          <a:noFill/>
          <a:ln w="9525">
            <a:solidFill>
              <a:srgbClr val="DCE3DF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48640" y="3931920"/>
            <a:ext cx="64648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31920"/>
            <a:ext cx="6464808" cy="384048"/>
          </a:xfrm>
          <a:prstGeom prst="rect">
            <a:avLst/>
          </a:prstGeom>
          <a:solidFill>
            <a:srgbClr val="E8F2EC"/>
          </a:solidFill>
          <a:ln w="12700">
            <a:solidFill>
              <a:srgbClr val="B9C4B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9319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931920"/>
            <a:ext cx="5641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今の学校で、これからも残してほしいものは何ですか？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4700016"/>
            <a:ext cx="6190488" cy="0"/>
          </a:xfrm>
          <a:prstGeom prst="line">
            <a:avLst/>
          </a:prstGeom>
          <a:noFill/>
          <a:ln w="9525">
            <a:solidFill>
              <a:srgbClr val="DCE3DF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85800" y="5084064"/>
            <a:ext cx="6190488" cy="0"/>
          </a:xfrm>
          <a:prstGeom prst="line">
            <a:avLst/>
          </a:prstGeom>
          <a:noFill/>
          <a:ln w="9525">
            <a:solidFill>
              <a:srgbClr val="DCE3DF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48640" y="5303520"/>
            <a:ext cx="64648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303520"/>
            <a:ext cx="6464808" cy="384048"/>
          </a:xfrm>
          <a:prstGeom prst="rect">
            <a:avLst/>
          </a:prstGeom>
          <a:solidFill>
            <a:srgbClr val="E8F2EC"/>
          </a:solidFill>
          <a:ln w="12700">
            <a:solidFill>
              <a:srgbClr val="B9C4B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53035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5303520"/>
            <a:ext cx="5641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ほかの学校の友だちと、いっしょにやってみたいことはありますか？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6071616"/>
            <a:ext cx="6190488" cy="0"/>
          </a:xfrm>
          <a:prstGeom prst="line">
            <a:avLst/>
          </a:prstGeom>
          <a:noFill/>
          <a:ln w="9525">
            <a:solidFill>
              <a:srgbClr val="DCE3DF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85800" y="6455664"/>
            <a:ext cx="6190488" cy="0"/>
          </a:xfrm>
          <a:prstGeom prst="line">
            <a:avLst/>
          </a:prstGeom>
          <a:noFill/>
          <a:ln w="9525">
            <a:solidFill>
              <a:srgbClr val="DCE3DF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48640" y="6675120"/>
            <a:ext cx="64648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6675120"/>
            <a:ext cx="6464808" cy="384048"/>
          </a:xfrm>
          <a:prstGeom prst="rect">
            <a:avLst/>
          </a:prstGeom>
          <a:solidFill>
            <a:srgbClr val="E8F2EC"/>
          </a:solidFill>
          <a:ln w="12700">
            <a:solidFill>
              <a:srgbClr val="B9C4B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66751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6675120"/>
            <a:ext cx="5641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学校に行くときや、学校のことで、心配なことはありますか？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7443216"/>
            <a:ext cx="6190488" cy="0"/>
          </a:xfrm>
          <a:prstGeom prst="line">
            <a:avLst/>
          </a:prstGeom>
          <a:noFill/>
          <a:ln w="9525">
            <a:solidFill>
              <a:srgbClr val="DCE3DF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85800" y="7827264"/>
            <a:ext cx="6190488" cy="0"/>
          </a:xfrm>
          <a:prstGeom prst="line">
            <a:avLst/>
          </a:prstGeom>
          <a:noFill/>
          <a:ln w="9525">
            <a:solidFill>
              <a:srgbClr val="DCE3DF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548640" y="8046720"/>
            <a:ext cx="64648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B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8046720"/>
            <a:ext cx="6464808" cy="384048"/>
          </a:xfrm>
          <a:prstGeom prst="rect">
            <a:avLst/>
          </a:prstGeom>
          <a:solidFill>
            <a:srgbClr val="E8F2EC"/>
          </a:solidFill>
          <a:ln w="12700">
            <a:solidFill>
              <a:srgbClr val="B9C4B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80467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234440" y="8046720"/>
            <a:ext cx="5641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63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ほかに、大人に伝えたいことがあれば書いてください。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85800" y="8814816"/>
            <a:ext cx="6190488" cy="0"/>
          </a:xfrm>
          <a:prstGeom prst="line">
            <a:avLst/>
          </a:prstGeom>
          <a:noFill/>
          <a:ln w="9525">
            <a:solidFill>
              <a:srgbClr val="DCE3DF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685800" y="9198864"/>
            <a:ext cx="6190488" cy="0"/>
          </a:xfrm>
          <a:prstGeom prst="line">
            <a:avLst/>
          </a:prstGeom>
          <a:noFill/>
          <a:ln w="9525">
            <a:solidFill>
              <a:srgbClr val="DCE3DF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548640" y="9646920"/>
            <a:ext cx="6464808" cy="640080"/>
          </a:xfrm>
          <a:prstGeom prst="rect">
            <a:avLst/>
          </a:prstGeom>
          <a:solidFill>
            <a:srgbClr val="E8F2EC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85800" y="9646920"/>
            <a:ext cx="6190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書いた紙は、［先生・回収箱］にわたしてください。名前は書かなくてよいです。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26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みなさんの考えは、これからの学校を考える大人たちが、ぜんぶ読みます。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若穂地区 住民説明会 意見用紙</dc:title>
  <dc:subject>PptxGenJS Presentation</dc:subject>
  <dc:creator>PptxGenJS</dc:creator>
  <cp:lastModifiedBy>PptxGenJS</cp:lastModifiedBy>
  <cp:revision>1</cp:revision>
  <dcterms:created xsi:type="dcterms:W3CDTF">2026-10-27T13:51:44Z</dcterms:created>
  <dcterms:modified xsi:type="dcterms:W3CDTF">2026-10-27T13:51:44Z</dcterms:modified>
</cp:coreProperties>
</file>